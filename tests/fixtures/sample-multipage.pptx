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E39E2D-196A-41F4-9E0B-B78EA1A00E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E040DE-B46F-433D-93C1-15C70A4278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771879-E90B-446E-963F-0A8208FE32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9CBFD6-1FEC-45F0-8468-6CFF1E0A24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914400" y="109728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Sidepad Windows x64 PPTX QA ·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914400" y="20116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Continuous multi-slide preview test.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914400" y="109728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Sidepad Windows x64 PPTX QA ·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914400" y="20116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Continuous multi-slide preview test.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914400" y="109728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Sidepad Windows x64 PPTX QA · 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914400" y="20116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Continuous multi-slide preview test.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2026-07-17T01:32:20Z</dcterms:created>
  <dc:creator>PptxGenJS</dc:creator>
  <dc:description/>
  <dc:language>en-US</dc:language>
  <cp:lastModifiedBy>PptxGenJS</cp:lastModifiedBy>
  <dcterms:modified xsi:type="dcterms:W3CDTF">2026-07-17T01:32:20Z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</vt:r8>
  </property>
  <property fmtid="{D5CDD505-2E9C-101B-9397-08002B2CF9AE}" pid="3" name="PresentationFormat">
    <vt:lpwstr>On-screen Show (16:9)</vt:lpwstr>
  </property>
  <property fmtid="{D5CDD505-2E9C-101B-9397-08002B2CF9AE}" pid="4" name="Slides">
    <vt:r8>3</vt:r8>
  </property>
</Properties>
</file>